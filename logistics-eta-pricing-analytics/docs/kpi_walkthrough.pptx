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ETA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Analytics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C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Walkthrough  |  Databricks + BigQuery + Go + Tableau + Omni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Kouadio Kouassi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4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logistics platform needs to predict delivery ETAs and adjust pricing in real time, on the request hot path.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and business teams both need visibility into model performance and pricing outcomes, without waiting on data eng for every new report.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BI (Tableau) is entrenched with execs; a newer semantic-layer tool (Omni) is being adopted for self-serve analytics during the transition.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4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Data Comes From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trip request events: pickup distance, regional demand index, surge multiplier, predicted vs. actual ETA, conversion outcome.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to mirror real peak-hour demand and congestion patterns (morning/evening commute spikes).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synthetic trip requests across 5 regions over a 60-day window.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4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Testing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correction model trained on regional demand and time-of-day context meaningfully improves ETA accuracy over the raw prediction.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surge pricing changes correlate with reduced conversion, the tradeoff a pricing engine has to balance against revenue.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driver/dasher availability or raw demand is the binding constraint on conversion.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4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Why It Fits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36576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engineering / 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 ingestion + ETA model training together (medallion architecture)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Serving warehouse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BigQuery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Fast, cheap for aggregated KPI queries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serving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 hot path, target p99 &lt; 50ms, matches real dispatch/pricing services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Legacy/exec BI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Tableau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exec-facing dashboard tooling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Self-serve BI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layer, no duplicated metric logic across teams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4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streaming ingestion and the Bronze/Silver/Gold feature table on Databricks.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 ETA correction model and evaluate it against the raw prediction baseline.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Go real-time quote service for ETA + surge pricing.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gold KPI views in BigQuery to both Tableau and Omni, and validate they return identical numbers.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4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000" dirty="0"/>
          </a:p>
        </p:txBody>
      </p:sp>
      <p:pic>
        <p:nvPicPr>
          <p:cNvPr id="4" name="Image 0" descr="../charts/eta_erro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566160" cy="2551176"/>
          </a:xfrm>
          <a:prstGeom prst="rect">
            <a:avLst/>
          </a:prstGeom>
        </p:spPr>
      </p:pic>
      <p:pic>
        <p:nvPicPr>
          <p:cNvPr id="5" name="Image 1" descr="../charts/pricing_elastic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3931920" cy="2459736"/>
          </a:xfrm>
          <a:prstGeom prst="rect">
            <a:avLst/>
          </a:prstGeom>
        </p:spPr>
      </p:pic>
      <p:pic>
        <p:nvPicPr>
          <p:cNvPr id="6" name="Image 2" descr="../charts/utilization_by_reg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737360"/>
            <a:ext cx="3246120" cy="23225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1520" y="44348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MAE improves from 2.00 to 1.63 minutes (RMSE 2.53 to 2.04) with the demand-aware correction model.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drops from 87.6% at low surge (1.0-1.1x) to 59.9% at high surge (2.0-2.5x), a clear elasticity signal.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availability holds steady (~80-82%) across regions and tracks closely with conversion (~72-74%), pointing to utilization as the binding constraint.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2026-08-26T00:43:59Z</dcterms:created>
  <dcterms:modified xsi:type="dcterms:W3CDTF">2026-08-26T00:43:59Z</dcterms:modified>
</cp:coreProperties>
</file>